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COMICCRAFT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AI Comic Story Creator using Gemini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1E1E"/>
                </a:solidFill>
              </a:defRPr>
            </a:pPr>
            <a:r>
              <a:t>AI Comic Story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503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64DC"/>
                </a:solidFill>
              </a:defRPr>
            </a:pPr>
            <a:r>
              <a:t>Team Members</a:t>
            </a:r>
          </a:p>
          <a:p>
            <a:pPr algn="ctr">
              <a:defRPr sz="1600">
                <a:solidFill>
                  <a:srgbClr val="1E1E1E"/>
                </a:solidFill>
              </a:defRPr>
            </a:pPr>
            <a:r>
              <a:t>1. Rokeshwaran E</a:t>
            </a:r>
          </a:p>
          <a:p>
            <a:pPr algn="ctr">
              <a:defRPr sz="1600">
                <a:solidFill>
                  <a:srgbClr val="1E1E1E"/>
                </a:solidFill>
              </a:defRPr>
            </a:pPr>
            <a:r>
              <a:t>2. Sai Surya . V</a:t>
            </a:r>
          </a:p>
          <a:p>
            <a:pPr algn="ctr">
              <a:defRPr sz="1600">
                <a:solidFill>
                  <a:srgbClr val="1E1E1E"/>
                </a:solidFill>
              </a:defRPr>
            </a:pPr>
            <a:r>
              <a:t>3. Tharan . S</a:t>
            </a:r>
          </a:p>
          <a:p>
            <a:pPr algn="ctr">
              <a:defRPr sz="1600">
                <a:solidFill>
                  <a:srgbClr val="1E1E1E"/>
                </a:solidFill>
              </a:defRPr>
            </a:pPr>
            <a:r>
              <a:t>4. Dinesh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347472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What is ComicCraft?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ComicCraft is an AI-based application that helps users create comic stories from simple ideas.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47472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Main Idea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The system uses Gemini models to assist with story creation, characters, dialogue, scenes and visual prompts.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E1E1E"/>
                </a:solidFill>
              </a:defRPr>
            </a:pPr>
            <a:r>
              <a:t>• Creating a complete comic story takes time.</a:t>
            </a:r>
          </a:p>
          <a:p>
            <a:pPr>
              <a:spcAft>
                <a:spcPts val="2000"/>
              </a:spcAft>
              <a:defRPr sz="2000">
                <a:solidFill>
                  <a:srgbClr val="1E1E1E"/>
                </a:solidFill>
              </a:defRPr>
            </a:pPr>
            <a:r>
              <a:t>• Writers may face difficulty developing plots and dialogue.</a:t>
            </a:r>
          </a:p>
          <a:p>
            <a:pPr>
              <a:spcAft>
                <a:spcPts val="2000"/>
              </a:spcAft>
              <a:defRPr sz="2000">
                <a:solidFill>
                  <a:srgbClr val="1E1E1E"/>
                </a:solidFill>
              </a:defRPr>
            </a:pPr>
            <a:r>
              <a:t>• Planning each scene manually can be difficult.</a:t>
            </a:r>
          </a:p>
          <a:p>
            <a:pPr>
              <a:spcAft>
                <a:spcPts val="2000"/>
              </a:spcAft>
              <a:defRPr sz="2000">
                <a:solidFill>
                  <a:srgbClr val="1E1E1E"/>
                </a:solidFill>
              </a:defRPr>
            </a:pPr>
            <a:r>
              <a:t>• Using multiple tools can make the process complicated.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E1E1E"/>
                </a:solidFill>
              </a:defRPr>
            </a:pPr>
            <a:r>
              <a:t>1. Generate stories from user prompts.</a:t>
            </a:r>
          </a:p>
          <a:p>
            <a:pPr>
              <a:spcAft>
                <a:spcPts val="1600"/>
              </a:spcAft>
              <a:defRPr sz="1900">
                <a:solidFill>
                  <a:srgbClr val="1E1E1E"/>
                </a:solidFill>
              </a:defRPr>
            </a:pPr>
            <a:r>
              <a:t>2. Create characters and story settings.</a:t>
            </a:r>
          </a:p>
          <a:p>
            <a:pPr>
              <a:spcAft>
                <a:spcPts val="1600"/>
              </a:spcAft>
              <a:defRPr sz="1900">
                <a:solidFill>
                  <a:srgbClr val="1E1E1E"/>
                </a:solidFill>
              </a:defRPr>
            </a:pPr>
            <a:r>
              <a:t>3. Generate dialogue and narration.</a:t>
            </a:r>
          </a:p>
          <a:p>
            <a:pPr>
              <a:spcAft>
                <a:spcPts val="1600"/>
              </a:spcAft>
              <a:defRPr sz="1900">
                <a:solidFill>
                  <a:srgbClr val="1E1E1E"/>
                </a:solidFill>
              </a:defRPr>
            </a:pPr>
            <a:r>
              <a:t>4. Divide stories into scenes.</a:t>
            </a:r>
          </a:p>
          <a:p>
            <a:pPr>
              <a:spcAft>
                <a:spcPts val="1600"/>
              </a:spcAft>
              <a:defRPr sz="1900">
                <a:solidFill>
                  <a:srgbClr val="1E1E1E"/>
                </a:solidFill>
              </a:defRPr>
            </a:pPr>
            <a:r>
              <a:t>5. Make comic creation simple and interactive.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How ComicCraft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1874519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1</a:t>
            </a:r>
            <a:br/>
            <a:r>
              <a:t>User enters an idea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2560320"/>
            <a:ext cx="320040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2103120"/>
            <a:ext cx="1874519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</a:t>
            </a:r>
            <a:br/>
            <a:r>
              <a:t>Gemini generates the story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73752" y="2560320"/>
            <a:ext cx="320040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7800" y="2103120"/>
            <a:ext cx="1874519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3</a:t>
            </a:r>
            <a:br/>
            <a:r>
              <a:t>Characters and scenes are created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9752" y="2560320"/>
            <a:ext cx="320040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2103120"/>
            <a:ext cx="1874519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4</a:t>
            </a:r>
            <a:br/>
            <a:r>
              <a:t>Dialogue and visual prompts are generated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45752" y="2560320"/>
            <a:ext cx="320040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2103120"/>
            <a:ext cx="1874519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5</a:t>
            </a:r>
            <a:br/>
            <a:r>
              <a:t>Final comic content is prepared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Gemini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82880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Story Generation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Gemini can help expand a simple idea into a structured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182880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Character &amp; Dialogue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Generate character descriptions, conversations and narration.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182880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Scene Planning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Break the story into clear scenes for a comic.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212080" cy="182880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Creative Refinement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Users can refine and regenerate parts of the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1E1E"/>
                </a:solidFill>
              </a:defRPr>
            </a:pPr>
            <a:r>
              <a:t>✓ Prompt-to-story generation</a:t>
            </a:r>
          </a:p>
          <a:p>
            <a:pPr>
              <a:spcAft>
                <a:spcPts val="1500"/>
              </a:spcAft>
              <a:defRPr sz="1900">
                <a:solidFill>
                  <a:srgbClr val="1E1E1E"/>
                </a:solidFill>
              </a:defRPr>
            </a:pPr>
            <a:r>
              <a:t>✓ Character creation</a:t>
            </a:r>
          </a:p>
          <a:p>
            <a:pPr>
              <a:spcAft>
                <a:spcPts val="1500"/>
              </a:spcAft>
              <a:defRPr sz="1900">
                <a:solidFill>
                  <a:srgbClr val="1E1E1E"/>
                </a:solidFill>
              </a:defRPr>
            </a:pPr>
            <a:r>
              <a:t>✓ Scene-by-scene storyboard</a:t>
            </a:r>
          </a:p>
          <a:p>
            <a:pPr>
              <a:spcAft>
                <a:spcPts val="1500"/>
              </a:spcAft>
              <a:defRPr sz="1900">
                <a:solidFill>
                  <a:srgbClr val="1E1E1E"/>
                </a:solidFill>
              </a:defRPr>
            </a:pPr>
            <a:r>
              <a:t>✓ Dialogue generation</a:t>
            </a:r>
          </a:p>
          <a:p>
            <a:pPr>
              <a:spcAft>
                <a:spcPts val="1500"/>
              </a:spcAft>
              <a:defRPr sz="1900">
                <a:solidFill>
                  <a:srgbClr val="1E1E1E"/>
                </a:solidFill>
              </a:defRPr>
            </a:pPr>
            <a:r>
              <a:t>✓ Visual prompt generation</a:t>
            </a:r>
          </a:p>
          <a:p>
            <a:pPr>
              <a:spcAft>
                <a:spcPts val="1500"/>
              </a:spcAft>
              <a:defRPr sz="1900">
                <a:solidFill>
                  <a:srgbClr val="1E1E1E"/>
                </a:solidFill>
              </a:defRPr>
            </a:pPr>
            <a:r>
              <a:t>✓ Edit and regenerate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1828800" cy="105156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41448" y="2670048"/>
            <a:ext cx="347472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79" y="2286000"/>
            <a:ext cx="1828800" cy="105156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Application UI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73168" y="2670048"/>
            <a:ext cx="347472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7800" y="2286000"/>
            <a:ext cx="1828800" cy="105156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ComicCraft Engine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04888" y="2670048"/>
            <a:ext cx="347472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19" y="2286000"/>
            <a:ext cx="1828800" cy="105156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Gemini Models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36607" y="2670048"/>
            <a:ext cx="347472" cy="22860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21240" y="2286000"/>
            <a:ext cx="1828800" cy="1051560"/>
          </a:xfrm>
          <a:prstGeom prst="roundRect">
            <a:avLst/>
          </a:prstGeom>
          <a:solidFill>
            <a:srgbClr val="EBF2FF"/>
          </a:solidFill>
          <a:ln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Comic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Benefits and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73736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Students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Useful for creative projects and 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173736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Content Creators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Helps develop comic ideas and story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212080" cy="173736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Writers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Supports plot, dialogue and scene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212080" cy="1737360"/>
          </a:xfrm>
          <a:prstGeom prst="roundRect">
            <a:avLst/>
          </a:prstGeom>
          <a:solidFill>
            <a:srgbClr val="EBF2FF"/>
          </a:solidFill>
          <a:ln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Educators</a:t>
            </a:r>
          </a:p>
          <a:p>
            <a:pPr>
              <a:spcBef>
                <a:spcPts val="800"/>
              </a:spcBef>
              <a:defRPr sz="1400">
                <a:solidFill>
                  <a:srgbClr val="5A5A5A"/>
                </a:solidFill>
              </a:defRPr>
            </a:pPr>
            <a:r>
              <a:t>Can help create engaging educational comics.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1E1E"/>
                </a:solidFill>
              </a:defRPr>
            </a:pPr>
            <a:r>
              <a:t>• Consistent character appearance</a:t>
            </a:r>
          </a:p>
          <a:p>
            <a:pPr>
              <a:spcAft>
                <a:spcPts val="1400"/>
              </a:spcAft>
              <a:defRPr sz="1900">
                <a:solidFill>
                  <a:srgbClr val="1E1E1E"/>
                </a:solidFill>
              </a:defRPr>
            </a:pPr>
            <a:r>
              <a:t>• Voice narration and sound effects</a:t>
            </a:r>
          </a:p>
          <a:p>
            <a:pPr>
              <a:spcAft>
                <a:spcPts val="1400"/>
              </a:spcAft>
              <a:defRPr sz="1900">
                <a:solidFill>
                  <a:srgbClr val="1E1E1E"/>
                </a:solidFill>
              </a:defRPr>
            </a:pPr>
            <a:r>
              <a:t>• Collaborative comic editing</a:t>
            </a:r>
          </a:p>
          <a:p>
            <a:pPr>
              <a:spcAft>
                <a:spcPts val="1400"/>
              </a:spcAft>
              <a:defRPr sz="1900">
                <a:solidFill>
                  <a:srgbClr val="1E1E1E"/>
                </a:solidFill>
              </a:defRPr>
            </a:pPr>
            <a:r>
              <a:t>• More comic templates and styles</a:t>
            </a:r>
          </a:p>
          <a:p>
            <a:pPr>
              <a:spcAft>
                <a:spcPts val="1400"/>
              </a:spcAft>
              <a:defRPr sz="1900">
                <a:solidFill>
                  <a:srgbClr val="1E1E1E"/>
                </a:solidFill>
              </a:defRPr>
            </a:pPr>
            <a:r>
              <a:t>• Mobile application</a:t>
            </a:r>
          </a:p>
          <a:p>
            <a:pPr>
              <a:spcAft>
                <a:spcPts val="1400"/>
              </a:spcAft>
              <a:defRPr sz="1900">
                <a:solidFill>
                  <a:srgbClr val="1E1E1E"/>
                </a:solidFill>
              </a:defRPr>
            </a:pPr>
            <a:r>
              <a:t>• Easy sharing and publishing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64D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45720"/>
          </a:xfrm>
          <a:prstGeom prst="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1E1E"/>
                </a:solidFill>
              </a:defRPr>
            </a:pPr>
            <a:r>
              <a:t>ComicCraft combines AI and storytelling to make comic creation easier and faster.</a:t>
            </a:r>
          </a:p>
          <a:p>
            <a:pPr algn="ctr">
              <a:spcBef>
                <a:spcPts val="1800"/>
              </a:spcBef>
              <a:defRPr sz="1700">
                <a:solidFill>
                  <a:srgbClr val="5A5A5A"/>
                </a:solidFill>
              </a:defRPr>
            </a:pPr>
            <a:r>
              <a:t>Gemini models assist the user throughout the creative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75488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864DC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